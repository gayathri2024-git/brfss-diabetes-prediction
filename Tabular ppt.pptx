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6358BE-8F05-45CD-C862-B48675725A72}" v="175" dt="2026-03-13T03:41:25.2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angle 410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669925"/>
            <a:ext cx="9962688" cy="131467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28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Predicting Diabetes Risk Using Machine Learning</a:t>
            </a:r>
            <a:r>
              <a:rPr lang="en-US" sz="2800" b="1" dirty="0">
                <a:solidFill>
                  <a:schemeClr val="bg1"/>
                </a:solidFill>
              </a:rPr>
              <a:t>             </a:t>
            </a:r>
            <a:br>
              <a:rPr lang="en-US" sz="2800" b="1" kern="1200" dirty="0"/>
            </a:br>
            <a:br>
              <a:rPr lang="en-US" sz="2800" b="1" kern="1200" dirty="0"/>
            </a:br>
            <a:r>
              <a:rPr lang="en-US" sz="2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Pradeep Reddy </a:t>
            </a:r>
            <a:r>
              <a:rPr lang="en-US" sz="2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Lopinti</a:t>
            </a:r>
            <a:r>
              <a:rPr lang="en-US" sz="2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Daniel Attah, Gayathri </a:t>
            </a:r>
            <a:r>
              <a:rPr lang="en-US" sz="2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Thirumoorthi</a:t>
            </a:r>
            <a:r>
              <a:rPr lang="en-US" sz="2000" b="1" dirty="0">
                <a:solidFill>
                  <a:schemeClr val="bg1"/>
                </a:solidFill>
              </a:rPr>
              <a:t>                        </a:t>
            </a:r>
            <a:r>
              <a:rPr lang="en-US" sz="2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 </a:t>
            </a:r>
            <a:br>
              <a:rPr lang="en-US" sz="2000" b="1" kern="1200" dirty="0"/>
            </a:br>
            <a:endParaRPr lang="en-US" sz="1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2667" y="2398957"/>
            <a:ext cx="9406666" cy="35261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Dataset</a:t>
            </a: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Behavioral Risk Factor Surveillance System (</a:t>
            </a:r>
            <a:r>
              <a:rPr lang="en-US" sz="2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BRFSS 2019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BRFSS 2020 (Secondary dataset)</a:t>
            </a: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~80,000 survey records after preprocessing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Target: </a:t>
            </a:r>
            <a:r>
              <a:rPr lang="en-US" sz="2000" dirty="0">
                <a:solidFill>
                  <a:schemeClr val="bg1"/>
                </a:solidFill>
              </a:rPr>
              <a:t>Predict whether a person has diabetes (binary classification)</a:t>
            </a: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Task: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bg1"/>
                </a:solidFill>
              </a:rPr>
              <a:t>Compare machine learning models for diabetes prediction</a:t>
            </a: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        Evaluation performance across four feature categories: Demographics, Lifestyle, General Health, and Female-only </a:t>
            </a:r>
            <a:endParaRPr lang="en-US" dirty="0">
              <a:solidFill>
                <a:schemeClr val="bg1"/>
              </a:solidFill>
            </a:endParaRPr>
          </a:p>
          <a:p>
            <a:pPr algn="l"/>
            <a:endParaRPr lang="en-US" sz="20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ctangle 37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40D37-69FD-BB65-CF61-7A1BDE3DB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Questions &amp; Hypotheses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F4D7D-BDD0-583B-A2BA-057494880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Primary Question: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Can ML models predict diabetes using health survey data ?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Key Hypotheses:</a:t>
            </a: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H1: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Models using the full dataset will produce the best prediction results</a:t>
            </a:r>
            <a:r>
              <a:rPr lang="en-US" sz="2000" dirty="0"/>
              <a:t>.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sz="2000" dirty="0">
                <a:solidFill>
                  <a:schemeClr val="bg1"/>
                </a:solidFill>
              </a:rPr>
              <a:t>H2 : Models using only demographic variables will have lower performance.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H3:</a:t>
            </a:r>
            <a:r>
              <a:rPr lang="en-US" sz="2000" dirty="0">
                <a:solidFill>
                  <a:schemeClr val="bg1"/>
                </a:solidFill>
              </a:rPr>
              <a:t> Lifestyle variables will provide moderate prediction ability.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H4:</a:t>
            </a:r>
            <a:r>
              <a:rPr lang="en-US" sz="2000" dirty="0">
                <a:solidFill>
                  <a:schemeClr val="bg1"/>
                </a:solidFill>
              </a:rPr>
              <a:t> General health variables will give stronger prediction results.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H5:</a:t>
            </a:r>
            <a:r>
              <a:rPr lang="en-US" sz="2000" dirty="0">
                <a:solidFill>
                  <a:schemeClr val="bg1"/>
                </a:solidFill>
              </a:rPr>
              <a:t> The female-only dataset may show different prediction performance.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Method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        7 machine learning models tested using the </a:t>
            </a:r>
            <a:r>
              <a:rPr lang="en-US" sz="2000" b="1" dirty="0" err="1">
                <a:solidFill>
                  <a:schemeClr val="bg1"/>
                </a:solidFill>
              </a:rPr>
              <a:t>df</a:t>
            </a:r>
            <a:r>
              <a:rPr lang="en-US" sz="2000" b="1" dirty="0">
                <a:solidFill>
                  <a:schemeClr val="bg1"/>
                </a:solidFill>
              </a:rPr>
              <a:t>-analyze framework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endParaRPr lang="en-US" sz="2000" b="1" dirty="0">
              <a:solidFill>
                <a:schemeClr val="bg1"/>
              </a:solidFill>
              <a:latin typeface="Aptos" panose="020B0004020202020204"/>
              <a:ea typeface="Calibri"/>
              <a:cs typeface="Calibri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57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F6D9A-05DB-4D4D-7EA4-1EAD97963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Results &amp; Key Findings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5E3CD-18CC-4A86-A7EE-2595FDA11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Top Models by Feature Group: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Random Forest: Best for Demographics &amp; Lifestyle.</a:t>
            </a:r>
          </a:p>
          <a:p>
            <a:pPr>
              <a:lnSpc>
                <a:spcPct val="80000"/>
              </a:lnSpc>
            </a:pPr>
            <a:r>
              <a:rPr lang="en-US" sz="20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LightGBM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 Best for General Health indicators.</a:t>
            </a:r>
          </a:p>
          <a:p>
            <a:pPr>
              <a:lnSpc>
                <a:spcPct val="80000"/>
              </a:lnSpc>
            </a:pPr>
            <a:r>
              <a:rPr lang="en-US" sz="20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CatBoost</a:t>
            </a: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: Best for Female-only data (0.87 Accuracy | 0.85 AUROC) for primary dataset and 0.91 accuracy for </a:t>
            </a:r>
            <a:r>
              <a:rPr lang="en-US" sz="2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secondary dataset</a:t>
            </a: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Critical Observation: The models correctly predicted non-diabetes cases more often than diabetes cases because there were more non-diabetes samples in the dataset.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Key Takeaway: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High Specificity (97%): Exceptional at identifying healthy individuals.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Leading Predictors: High Blood Pressure, High Cholesterol, and BMI remain the most influential factors across all models.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2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275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Predicting Diabetes Risk Using Machine Learning               Pradeep Reddy Lopinti, Daniel Attah, Gayathri Thirumoorthi                          </vt:lpstr>
      <vt:lpstr>Questions &amp; Hypotheses</vt:lpstr>
      <vt:lpstr>Results &amp; Key Findings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Reddy Lopinti (x2024gqa)</dc:creator>
  <cp:lastModifiedBy>Pradeep Reddy Lopinti (x2024gqa)</cp:lastModifiedBy>
  <cp:revision>135</cp:revision>
  <dcterms:created xsi:type="dcterms:W3CDTF">2026-03-13T02:45:28Z</dcterms:created>
  <dcterms:modified xsi:type="dcterms:W3CDTF">2026-03-13T04:09:26Z</dcterms:modified>
</cp:coreProperties>
</file>